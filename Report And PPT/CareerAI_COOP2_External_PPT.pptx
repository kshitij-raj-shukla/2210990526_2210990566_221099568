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68" r:id="rId16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000066"/>
    <a:srgbClr val="8AB2E2"/>
    <a:srgbClr val="2A66AC"/>
    <a:srgbClr val="75A4DD"/>
    <a:srgbClr val="2E6CB8"/>
    <a:srgbClr val="2A65AC"/>
    <a:srgbClr val="255997"/>
    <a:srgbClr val="3379CD"/>
    <a:srgbClr val="558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ts val="5550"/>
              </a:lnSpc>
            </a:pPr>
            <a:r>
              <a:rPr lang="en-US" sz="4800" dirty="0" err="1"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CareerAI</a:t>
            </a:r>
            <a:r>
              <a:rPr lang="en-US" sz="4800" dirty="0"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– AI-Based Career Guidance System</a:t>
            </a:r>
            <a:endParaRPr lang="en-US" sz="4800" dirty="0"/>
          </a:p>
          <a:p>
            <a:pPr algn="ctr"/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b="1" dirty="0"/>
              <a:t>Kshitij Raj Shukla 2210990526</a:t>
            </a:r>
          </a:p>
          <a:p>
            <a:pPr algn="ctr"/>
            <a:r>
              <a:rPr lang="en-US" b="1" dirty="0"/>
              <a:t>Mayank Bisht 2210990566</a:t>
            </a:r>
          </a:p>
          <a:p>
            <a:pPr algn="ctr"/>
            <a:r>
              <a:rPr lang="en-US" b="1" dirty="0"/>
              <a:t>Mayank Kumar 2210990568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1" dirty="0"/>
              <a:t>Dr. Gifty Gupta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1" dirty="0"/>
              <a:t>Associate Professor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EBEADF-F4E9-2613-70E2-54B5F938B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0492"/>
            <a:ext cx="9144000" cy="51145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73C045-236D-70DB-D03F-200275A7A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4" y="1169857"/>
            <a:ext cx="9107171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747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5CC9F0-4705-FE4B-9308-FDE89269F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4" y="1209317"/>
            <a:ext cx="9107171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427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4CE047-7436-0B84-C4F6-A1A1E71EC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2575" y="1104543"/>
            <a:ext cx="9349149" cy="524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718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58963C-38D8-419F-C838-B0F0EF56B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6794"/>
            <a:ext cx="9470598" cy="530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218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15966F-AAD3-DCC5-16D9-D4797AA5D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8109"/>
            <a:ext cx="9144000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977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899FFD-2816-3614-600C-26041DDB9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0002"/>
            <a:ext cx="9325840" cy="5190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892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0C4E42-986F-95BE-B2E1-41C78588A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7423" y="1313438"/>
            <a:ext cx="9458845" cy="498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39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FBC915-340A-906D-5769-B74B5B9E6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4146"/>
            <a:ext cx="9144000" cy="509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267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E288B4-B39F-F9E8-3360-1BB899153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3858" y="1139240"/>
            <a:ext cx="9351715" cy="526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393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34714</TotalTime>
  <Words>68</Words>
  <Application>Microsoft Office PowerPoint</Application>
  <PresentationFormat>On-screen Show (4:3)</PresentationFormat>
  <Paragraphs>17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Fraunces Medium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Kshitij Raj Shukla</cp:lastModifiedBy>
  <cp:revision>2301</cp:revision>
  <dcterms:created xsi:type="dcterms:W3CDTF">2010-04-09T07:36:15Z</dcterms:created>
  <dcterms:modified xsi:type="dcterms:W3CDTF">2026-05-02T18:42:11Z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